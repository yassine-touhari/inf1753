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3E59C-C51F-47CB-8977-721F292E688D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9E6DE-3AEE-463B-A4A5-C553B1E0B1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19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E6DE-3AEE-463B-A4A5-C553B1E0B18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40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E6DE-3AEE-463B-A4A5-C553B1E0B18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51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8F694-B6A0-389B-50D1-3F81366E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C7AB04-85C8-4230-0A48-3B3F6E0B0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B30DE1-DEE5-D337-CD06-E204AF11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394D38-E122-09AF-D45A-760F8FFC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A8E117-1CBF-5B48-265D-6F2F2332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77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F3C80-45F7-4525-915A-F99C88BE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67F706-69DD-0098-F7CA-34931C22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3229B9-D2F8-18BE-F957-3CFF4DFA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887818-1037-65EA-CBB4-5BFCCF5E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94C01D-D75F-5930-05CA-78B57B4D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39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E119FA-68C5-BEFE-9D06-2E28964A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AF0D0-6DCE-88B1-0516-E46223EA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620891-F68C-8741-D22C-DA0852D2C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660B12-11A7-3E2E-F67F-1DDABEA9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4F0043-8DA6-5B18-9030-5CBD54FD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9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06C77-8F0F-FAC3-EDD4-379DFBEF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7D360-F6D9-1F70-5451-7A22B3659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89F4B5-7A28-3DC1-D458-7A91957EF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4A0DF1-A217-E16A-DDC1-00B8686A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1AED94-7781-A2F1-8B17-28B95269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6E263B-E313-37DB-405B-877C76C9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38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0BF7BE-33A7-8173-AC2F-9938C71B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D0A676-1E33-FE87-11F3-4F8740D87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C22FF6-1555-190B-860F-D4AB6E227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1B0E69D-F0F5-27BE-01D8-E38034A95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E30FA7F-4583-C61D-F80B-92B0614B7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B9A36EB-0807-E482-3CF2-194E83E0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D9C0C1-513C-83F9-B749-0B77FA7D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E4F1556-027B-A0C3-C86D-833F410E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73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DD3B6-FA34-76CD-FA14-001BC517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2A4347-D49A-284F-68B2-C94CCD5AD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E79D67-BA40-C760-E748-48D909E1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2306BE-D9F2-EC86-A017-DBCA8EA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92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0D966F-7C7D-28C4-9E4A-D025E1F2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87A597-CF6E-5B68-3BD3-7932147A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0D6142-8FB7-FCD3-C264-1BEF690B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46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FE1ED9-7472-D59D-0B85-EF0EF0B0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07C871-9262-C504-4949-B2557BAB4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5FC721-4CC2-4F84-5DC5-7B0FF02FA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41B9F1-605D-AF50-DFA1-68CF44FA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93F270-6BCE-D75F-82EB-F31063E0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0747ED-8DAD-F56D-2AF4-AFD400E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30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AD2D7-041E-817A-F0C9-789C4BA5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367F18-991A-DA40-F18B-297D8868F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C39DBA-056E-D81D-B8D7-55102B5BC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CC50BC-103A-95DE-1AE5-2284F999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1C6D4F-CA6E-2FF7-B522-9C916084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4435DD-640A-26E8-0EBC-547F26DF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20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48905-6E27-1977-B1A2-E4A945F4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A12D4D-61B5-4A26-CB99-9D48644DD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5C28B-3D83-888D-06FD-55D6975C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FFE0C-6705-9990-FB3E-3340CDF9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D25F6C-9488-9487-3BEA-EB14AA2F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15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42C5F1-9A72-E697-BF4D-7E968E883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C1A7AC-DC98-F765-7191-F849F941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E6A3B8-B80A-BB20-005D-EB186FD2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1B892A-3011-8262-5C40-0911E655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69A7BA-9F65-B0E1-42C6-D22E659C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43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E073BF-DECA-A990-CD5E-5C528EB3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68A421-90C1-64F7-BE26-EC2B2D72B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0AB2C5-1FD4-3978-D22D-118EBD26F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51F1E-18F9-44A1-8916-218600FA13E7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36098B-6110-7079-5DE7-F4CD0A263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A4FCA4-6D22-ABA7-2532-0A0F501F7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86F7-0A0A-4D8E-95E2-298FE4DE8C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2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08C5A0-BB4A-2E61-725B-96238DB9E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29938"/>
            <a:ext cx="9913856" cy="692869"/>
          </a:xfrm>
        </p:spPr>
        <p:txBody>
          <a:bodyPr>
            <a:normAutofit/>
          </a:bodyPr>
          <a:lstStyle/>
          <a:p>
            <a:r>
              <a:rPr lang="fr-FR" sz="4000" dirty="0"/>
              <a:t>Structure organisationnelle du projet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AB8AAA-9C95-DB9C-E3AE-48482967EF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462024-2C45-8AAD-742B-F5D29AAB1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01" y="1235909"/>
            <a:ext cx="9417378" cy="473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8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638F5D-9B88-E64B-0EA0-4EDC211E6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97010"/>
          </a:xfrm>
        </p:spPr>
        <p:txBody>
          <a:bodyPr>
            <a:normAutofit/>
          </a:bodyPr>
          <a:lstStyle/>
          <a:p>
            <a:r>
              <a:rPr lang="fr-FR" sz="4000" dirty="0"/>
              <a:t>Définition des rôles via matrice RACI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D02585-1FAE-2C88-7C67-8594E98FAD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0CFEC0-C9CD-42B2-024F-5C0BB6CE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50" y="1933477"/>
            <a:ext cx="9558779" cy="29910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FD122E1-FB71-2867-BC46-78A1591F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50" y="4751109"/>
            <a:ext cx="9558779" cy="12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5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F06771-477B-A786-F06D-34D6D464E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160257"/>
            <a:ext cx="9517930" cy="1395166"/>
          </a:xfrm>
        </p:spPr>
        <p:txBody>
          <a:bodyPr>
            <a:normAutofit/>
          </a:bodyPr>
          <a:lstStyle/>
          <a:p>
            <a:r>
              <a:rPr lang="fr-FR" sz="4000" dirty="0"/>
              <a:t>Mécanismes de coordination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723FE2-7075-5D42-42E8-75F7B68CE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5" y="4836949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AC03334-AC8F-F92F-5375-7A04CC60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56686"/>
              </p:ext>
            </p:extLst>
          </p:nvPr>
        </p:nvGraphicFramePr>
        <p:xfrm>
          <a:off x="895546" y="1838227"/>
          <a:ext cx="10360058" cy="5771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42034">
                  <a:extLst>
                    <a:ext uri="{9D8B030D-6E8A-4147-A177-3AD203B41FA5}">
                      <a16:colId xmlns:a16="http://schemas.microsoft.com/office/drawing/2014/main" val="1651411360"/>
                    </a:ext>
                  </a:extLst>
                </a:gridCol>
                <a:gridCol w="3559042">
                  <a:extLst>
                    <a:ext uri="{9D8B030D-6E8A-4147-A177-3AD203B41FA5}">
                      <a16:colId xmlns:a16="http://schemas.microsoft.com/office/drawing/2014/main" val="2440159562"/>
                    </a:ext>
                  </a:extLst>
                </a:gridCol>
                <a:gridCol w="3058982">
                  <a:extLst>
                    <a:ext uri="{9D8B030D-6E8A-4147-A177-3AD203B41FA5}">
                      <a16:colId xmlns:a16="http://schemas.microsoft.com/office/drawing/2014/main" val="2971984955"/>
                    </a:ext>
                  </a:extLst>
                </a:gridCol>
              </a:tblGrid>
              <a:tr h="2811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de coordination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Fréquence / Participants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Objectif principal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215021"/>
                  </a:ext>
                </a:extLst>
              </a:tr>
              <a:tr h="11636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Comité de pilotage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Mensuel (Direction, Chef de projet, responsables techniques).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des jalons,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décisions stratégiques,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ajustements budgétaires,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analyse des risques et arbitrages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316923"/>
                  </a:ext>
                </a:extLst>
              </a:tr>
              <a:tr h="11636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Réunions techniques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Hebdomadaires (Ingénieur IoT, cybersécurité, analyste données).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Suivi des tâches,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résolution des obstacles,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synchronisation des développements, 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mise à jour des dépendances techniques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6119970"/>
                  </a:ext>
                </a:extLst>
              </a:tr>
              <a:tr h="20461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Canaux collaboratifs actifs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Utilisation d'outils comme Teams/Slack (communication instantanée), Jira/Trello (suivi des tâches), GitHub (versionnage du code), et OneDrive/</a:t>
                      </a:r>
                      <a:r>
                        <a:rPr lang="fr-FR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Sharepoint</a:t>
                      </a:r>
                      <a:r>
                        <a:rPr lang="fr-F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(archivage des livrables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12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45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5A7ED6-21E2-9342-003A-1C81C2B43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1596"/>
            <a:ext cx="9144000" cy="575035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Modèle de gouvernance du projet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BDE738-7F0D-5200-0762-EC8C2D4E1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1999"/>
            <a:ext cx="9144000" cy="1819373"/>
          </a:xfrm>
        </p:spPr>
        <p:txBody>
          <a:bodyPr>
            <a:normAutofit/>
          </a:bodyPr>
          <a:lstStyle/>
          <a:p>
            <a:endParaRPr lang="fr-FR" sz="1800" dirty="0"/>
          </a:p>
          <a:p>
            <a:r>
              <a:rPr lang="fr-FR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→ Validation pilote → Implémentation → Audit → Ajustement</a:t>
            </a:r>
            <a:r>
              <a:rPr lang="fr-FR" sz="1800" dirty="0"/>
              <a:t>.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A1CE46-4C59-98EC-84AA-CBF6F7D29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48" y="1819374"/>
            <a:ext cx="9389096" cy="26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871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135</Words>
  <Application>Microsoft Office PowerPoint</Application>
  <PresentationFormat>Grand écran</PresentationFormat>
  <Paragraphs>26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Thème Office</vt:lpstr>
      <vt:lpstr>Structure organisationnelle du projet </vt:lpstr>
      <vt:lpstr>Définition des rôles via matrice RACI </vt:lpstr>
      <vt:lpstr>Mécanismes de coordination </vt:lpstr>
      <vt:lpstr>Modèle de gouvernance du projet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Alida Mezindjou</dc:creator>
  <cp:lastModifiedBy>Alida Mezindjou</cp:lastModifiedBy>
  <cp:revision>1</cp:revision>
  <dcterms:created xsi:type="dcterms:W3CDTF">2025-11-30T00:54:55Z</dcterms:created>
  <dcterms:modified xsi:type="dcterms:W3CDTF">2025-11-30T02:51:42Z</dcterms:modified>
</cp:coreProperties>
</file>